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Sprechertext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SQL-Grundlagen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Video 1 · Muster mit Kamera-Zone unten rechts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822960"/>
            <a:ext cx="2194560" cy="746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Beispiel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4274820" cy="1669414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3909060" cy="139509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7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Wert</a:t>
            </a:r>
          </a:p>
          <a:p>
            <a:pPr>
              <a:lnSpc>
                <a:spcPct val="100000"/>
              </a:lnSpc>
            </a:pPr>
            <a:r>
              <a:rPr sz="17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Fundsache</a:t>
            </a:r>
          </a:p>
          <a:p>
            <a:pPr>
              <a:lnSpc>
                <a:spcPct val="100000"/>
              </a:lnSpc>
            </a:pPr>
            <a:r>
              <a:rPr sz="17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Kategorie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9BD3A6"/>
                </a:solidFill>
                <a:latin typeface="IBM Plex Mono"/>
              </a:rPr>
              <a:t>'Schlüssel'</a:t>
            </a:r>
          </a:p>
          <a:p>
            <a:pPr>
              <a:lnSpc>
                <a:spcPct val="100000"/>
              </a:lnSpc>
            </a:pPr>
            <a:r>
              <a:rPr sz="17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7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Wert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8CC4FF"/>
                </a:solidFill>
                <a:latin typeface="IBM Plex Mono"/>
              </a:rPr>
              <a:t>20</a:t>
            </a:r>
          </a:p>
          <a:p>
            <a:pPr>
              <a:lnSpc>
                <a:spcPct val="100000"/>
              </a:lnSpc>
            </a:pPr>
            <a:r>
              <a:rPr sz="17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Wert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7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7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7780" y="1691640"/>
            <a:ext cx="3223259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97780" y="169164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34940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2140" y="1764792"/>
            <a:ext cx="2491739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7780" y="2514600"/>
            <a:ext cx="3223259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97780" y="251460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34940" y="25877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2140" y="2587752"/>
            <a:ext cx="2491739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7780" y="3337560"/>
            <a:ext cx="3223259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97780" y="333756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34940" y="341071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2140" y="3410712"/>
            <a:ext cx="2491739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ORDER 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7780" y="4160520"/>
            <a:ext cx="3223259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97780" y="416052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34940" y="42336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2140" y="4233672"/>
            <a:ext cx="2491739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SELECT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Merksätze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7772400" cy="233172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7223760" cy="828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SELECT wählt Spalten.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WHERE wählt Zeilen.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Video-Muster</dc:title>
  <dc:subject/>
  <dc:creator>Datendetektei Weserstedt</dc:creator>
  <cp:keywords/>
  <dc:description>generated using python-pptx</dc:description>
  <cp:lastModifiedBy>Datendetektei Weserstedt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D-Akte">
    <vt:lpwstr>1</vt:lpwstr>
  </property>
  <property fmtid="{D5CDD505-2E9C-101B-9397-08002B2CF9AE}" pid="3" name="DD-Art">
    <vt:lpwstr>praesentation</vt:lpwstr>
  </property>
  <property fmtid="{D5CDD505-2E9C-101B-9397-08002B2CF9AE}" pid="4" name="DD-Datenbank">
    <vt:lpwstr>fundbuero</vt:lpwstr>
  </property>
  <property fmtid="{D5CDD505-2E9C-101B-9397-08002B2CF9AE}" pid="5" name="DD-Kamera-Zone">
    <vt:lpwstr>ja</vt:lpwstr>
  </property>
  <property fmtid="{D5CDD505-2E9C-101B-9397-08002B2CF9AE}" pid="6" name="DD-Kuer">
    <vt:lpwstr>nein</vt:lpwstr>
  </property>
</Properties>
</file>